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</a:t>
            </a:r>
          </a:p>
          <a:p/>
          <a:p>
            <a:r>
              <a:t>Today I am going to present my project titled "Boys Hostel Management System".</a:t>
            </a:r>
          </a:p>
          <a:p/>
          <a:p>
            <a:r>
              <a:t>This is a desktop-based application developed using Core Java, Java Swing, JDBC and MySQL.</a:t>
            </a:r>
          </a:p>
          <a:p/>
          <a:p>
            <a:r>
              <a:t>The main purpose of this project is to simplify hostel administration by managing residents, rooms, beds, fees, payments and other hostel-related activities through a centralized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traditional hostel, many activities may be maintained manually using registers or separate files.</a:t>
            </a:r>
          </a:p>
          <a:p>
            <a:r>
              <a:t>This can make it difficult to search records, track payments and know room or bed availability.</a:t>
            </a:r>
          </a:p>
          <a:p>
            <a:r>
              <a:t>My system provides a centralized application where the owner can manage hostel operations and residents can access their own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problem I identified is that hostel administration involves many types of information.</a:t>
            </a:r>
          </a:p>
          <a:p>
            <a:r>
              <a:t>For example, resident details, rooms, beds, fees and payments all need to be maintained.</a:t>
            </a:r>
          </a:p>
          <a:p>
            <a:r>
              <a:t>If these records are maintained manually, searching and updating information becomes time-consuming.</a:t>
            </a:r>
          </a:p>
          <a:p>
            <a:r>
              <a:t>So I developed this system to centralize these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objective is to replace manual record management with a computerized system.</a:t>
            </a:r>
          </a:p>
          <a:p>
            <a:r>
              <a:t>The system should allow the administrator to manage residents, rooms, beds and financial records.</a:t>
            </a:r>
          </a:p>
          <a:p>
            <a:r>
              <a:t>It should also provide residents with their own portal where they can view information such as their room and fee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existing or traditional system, information may be maintained in registers or separate files.</a:t>
            </a:r>
          </a:p>
          <a:p>
            <a:r>
              <a:t>For example, if the administrator wants to find a particular resident, they may have to search through records manually.</a:t>
            </a:r>
          </a:p>
          <a:p>
            <a:r>
              <a:t>Similarly, tracking pending fees and available beds can become difficult.</a:t>
            </a:r>
          </a:p>
          <a:p>
            <a:r>
              <a:t>These limitations motivated the development of my proposed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system provides separate functionality for administrators and residents.</a:t>
            </a:r>
          </a:p>
          <a:p>
            <a:r>
              <a:t>The owner has access to administrative functions.</a:t>
            </a:r>
          </a:p>
          <a:p>
            <a:r>
              <a:t>Residents have access to a self-service portal.</a:t>
            </a:r>
          </a:p>
          <a:p>
            <a:r>
              <a:t>This separation makes the system easier to use because each user gets the functionality relevant to their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selected Java because it provides object-oriented programming, exception handling, database connectivity through JDBC and GUI support through Swing.</a:t>
            </a:r>
          </a:p>
          <a:p>
            <a:r>
              <a:t>Swing provides components such as JFrame, JPanel, JButton, JTextField, JTable, JComboBox and other components required for developing a desktop GUI.</a:t>
            </a:r>
          </a:p>
          <a:p>
            <a:r>
              <a:t>MySQL provides relational database storage for maintaining hostel information.</a:t>
            </a:r>
          </a:p>
          <a:p>
            <a:r>
              <a:t>JDBC acts as a bridge between the Java application and the MySQL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of my project follows a layered approach.</a:t>
            </a:r>
          </a:p>
          <a:p>
            <a:r>
              <a:t>The user interacts with the Java Swing graphical interface.</a:t>
            </a:r>
          </a:p>
          <a:p>
            <a:r>
              <a:t>When the user performs an operation, such as adding a resident, the application processes the input and uses JDBC to communicate with MySQL.</a:t>
            </a:r>
          </a:p>
          <a:p>
            <a:r>
              <a:t>The database stores the information and the result is displayed back through the Swing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is divided into two major user areas.</a:t>
            </a:r>
          </a:p>
          <a:p>
            <a:r>
              <a:t>The first is the Owner or Admin module.</a:t>
            </a:r>
          </a:p>
          <a:p>
            <a:r>
              <a:t>The second is the Resident module.</a:t>
            </a:r>
          </a:p>
          <a:p>
            <a:r>
              <a:t>The administrator has complete management functionality, while the resident has access to personal hostel information and support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used MySQL as the backend database. The database name is boys_hostel.</a:t>
            </a:r>
          </a:p>
          <a:p>
            <a:r>
              <a:t>The database contains separate tables for residents, rooms, beds, fees, payments and operational activities.</a:t>
            </a:r>
          </a:p>
          <a:p>
            <a:r>
              <a:t>These tables allow the application to store and retrieve information systematically.</a:t>
            </a:r>
          </a:p>
          <a:p>
            <a:r>
              <a:t>Primary keys like resident_id, room_id, bed_id uniquely identify records, and foreign keys connect related tables — for example a payment record is associated with a resident.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login screen of my application.</a:t>
            </a:r>
          </a:p>
          <a:p>
            <a:r>
              <a:t>The user can select whether they are an Owner/Admin or Resident.</a:t>
            </a:r>
          </a:p>
          <a:p>
            <a:r>
              <a:t>Based on the selected role and valid credentials, the application opens the corresponding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Owner Dashboard.</a:t>
            </a:r>
          </a:p>
          <a:p>
            <a:r>
              <a:t>The dashboard provides an overview of important hostel information.</a:t>
            </a:r>
          </a:p>
          <a:p>
            <a:r>
              <a:t>At the top, we can see statistics such as total residents, total rooms and available beds.</a:t>
            </a:r>
          </a:p>
          <a:p>
            <a:r>
              <a:t>The remaining sections provide access to resident management, accommodation, financial management and hostel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Resident Management module.</a:t>
            </a:r>
          </a:p>
          <a:p>
            <a:r>
              <a:t>The administrator can enter resident information and perform CRUD operations.</a:t>
            </a:r>
          </a:p>
          <a:p>
            <a:r>
              <a:t>CRUD stands for Create, Read, Update and Delete.</a:t>
            </a:r>
          </a:p>
          <a:p>
            <a:r>
              <a:t>The search function allows the administrator to locate a particular resident quickly, while View All displays the complete resident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is used to manage hostel rooms.</a:t>
            </a:r>
          </a:p>
          <a:p>
            <a:r>
              <a:t>The administrator can define the room number, floor, room type and capacity.</a:t>
            </a:r>
          </a:p>
          <a:p>
            <a:r>
              <a:t>The system also provides searching and floor filtering so that rooms can be located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Bed Management module is connected with rooms and residents.</a:t>
            </a:r>
          </a:p>
          <a:p>
            <a:r>
              <a:t>Each bed can have a unique identifier.</a:t>
            </a:r>
          </a:p>
          <a:p>
            <a:r>
              <a:t>The administrator can assign a resident to a bed or vacate an occupied bed.</a:t>
            </a:r>
          </a:p>
          <a:p>
            <a:r>
              <a:t>The system also displays whether each bed is available or occupied.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Fee Management module.</a:t>
            </a:r>
          </a:p>
          <a:p>
            <a:r>
              <a:t>The administrator can create fee records for residents.</a:t>
            </a:r>
          </a:p>
          <a:p>
            <a:r>
              <a:t>Each fee record contains the resident, billing month, amount and due date.</a:t>
            </a:r>
          </a:p>
          <a:p>
            <a:r>
              <a:t>The system can also show whether the fee is paid or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handles fee payment transactions.</a:t>
            </a:r>
          </a:p>
          <a:p>
            <a:r>
              <a:t>The administrator selects the resident and outstanding fee invoice.</a:t>
            </a:r>
          </a:p>
          <a:p>
            <a:r>
              <a:t>Then the payment amount, payment date and payment method are recorded.</a:t>
            </a:r>
          </a:p>
          <a:p>
            <a:r>
              <a:t>The transaction is stored in the database and displayed in the payment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Resident Dashboard.</a:t>
            </a:r>
          </a:p>
          <a:p>
            <a:r>
              <a:t>Unlike the admin dashboard, this dashboard focuses on the resident's personal information.</a:t>
            </a:r>
          </a:p>
          <a:p>
            <a:r>
              <a:t>Residents can view their profile, room, fees and attendance.</a:t>
            </a:r>
          </a:p>
          <a:p>
            <a:r>
              <a:t>They can also access In/Out records, submit complaints and provide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 displays the room and bed information assigned to the resident.</a:t>
            </a:r>
          </a:p>
          <a:p>
            <a:r>
              <a:t>If a resident has not yet been allocated a room, the system displays an unassigned status and asks the resident to contact the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Residents can view their fee invoices through this module.</a:t>
            </a:r>
          </a:p>
          <a:p>
            <a:r>
              <a:t>The screen shows billing period, billed amount, due date and settlement status.</a:t>
            </a:r>
          </a:p>
          <a:p>
            <a:r>
              <a:t>This allows residents to know whether their hostel fee is paid or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CRUD stands for Create, Read, Update and Delete — the four basic operations on data.</a:t>
            </a:r>
          </a:p>
          <a:p>
            <a:r>
              <a:t>Create: adding a new record, for example Add Resident.</a:t>
            </a:r>
          </a:p>
          <a:p>
            <a:r>
              <a:t>Read: retrieving existing records, for example View All Residents.</a:t>
            </a:r>
          </a:p>
          <a:p>
            <a:r>
              <a:t>Update: changing existing information, for example Update Resident.</a:t>
            </a:r>
          </a:p>
          <a:p>
            <a:r>
              <a:t>Delete: removing a record, for example Delete Resident.</a:t>
            </a:r>
          </a:p>
          <a:p>
            <a:r>
              <a:t>Along with CRUD, the system provides search, filtering, JDBC database integration and role-based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JDBC stands for Java Database Connectivity.</a:t>
            </a:r>
          </a:p>
          <a:p>
            <a:r>
              <a:t>It allows my Java application to communicate with the MySQL database.</a:t>
            </a:r>
          </a:p>
          <a:p>
            <a:r>
              <a:t>The application loads the JDBC driver, establishes a database connection, executes SQL operations using Statement or PreparedStatement, processes the ResultSet, and closes the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about limitations is important.</a:t>
            </a:r>
          </a:p>
          <a:p>
            <a:r>
              <a:t>The current version is a desktop-based application and requires Java and MySQL to be installed.</a:t>
            </a:r>
          </a:p>
          <a:p>
            <a:r>
              <a:t>Cloud access, automated notifications and some advanced reporting features can be added in future versions.</a:t>
            </a:r>
          </a:p>
          <a:p>
            <a:r>
              <a:t>Despite these, the system offers easy use, centralized data, fast searching and better fee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current project provides the core hostel management functionality.</a:t>
            </a:r>
          </a:p>
          <a:p>
            <a:r>
              <a:t>In future, I can extend the system by adding online payments, notifications, cloud database support, mobile applications and advanced reporting.</a:t>
            </a:r>
          </a:p>
          <a:p>
            <a:r>
              <a:t>Security can also be improved with password hashing, role permissions and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the Boys Hostel Management System provides a centralized platform for managing hostel administration.</a:t>
            </a:r>
          </a:p>
          <a:p>
            <a:r>
              <a:t>The system connects the Java Swing application with MySQL using JDBC.</a:t>
            </a:r>
          </a:p>
          <a:p>
            <a:r>
              <a:t>It provides separate interfaces for administrators and residents and supports important hostel activities such as residents, rooms, beds, fees and payments.</a:t>
            </a:r>
          </a:p>
          <a:p>
            <a:r>
              <a:t>The system can also be extended with additional features in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invite questions from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BOYS HOSTEL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2A933"/>
                </a:solidFill>
                <a:latin typeface="Calibri"/>
              </a:rPr>
              <a:t>A Desktop-Based Hostel Administration and Resident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Core Java   •   Java Swing   •   JDBC   •  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4E3"/>
                </a:solidFill>
                <a:latin typeface="Calibri"/>
              </a:rPr>
              <a:t>Presented by: Your Name</a:t>
            </a:r>
          </a:p>
          <a:p>
            <a:pPr algn="ctr"/>
            <a:r>
              <a:rPr sz="1600" b="0">
                <a:solidFill>
                  <a:srgbClr val="C9D4E3"/>
                </a:solidFill>
                <a:latin typeface="Calibri"/>
              </a:rPr>
              <a:t>Department of Computer Science and Engineering</a:t>
            </a:r>
          </a:p>
          <a:p>
            <a:pPr algn="ctr"/>
            <a:r>
              <a:rPr sz="1600" b="0">
                <a:solidFill>
                  <a:srgbClr val="C9D4E3"/>
                </a:solidFill>
                <a:latin typeface="Calibri"/>
              </a:rPr>
              <a:t>Mohan Babu University   |  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Desktop application to digitize hostel administration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Provides separate interfaces for: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Owner / Admin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Resident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Manages the complete hostel lifecycle: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Resident information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Rooms and beds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Fees and payments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Attendance &amp; In/Out records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Complaints, maintenance &amp; feedback</a:t>
            </a:r>
          </a:p>
          <a:p>
            <a:pPr lvl="1">
              <a:spcAft>
                <a:spcPts val="600"/>
              </a:spcAft>
            </a:pPr>
            <a:r>
              <a:rPr sz="1700" b="0">
                <a:solidFill>
                  <a:srgbClr val="666E78"/>
                </a:solidFill>
                <a:latin typeface="Calibri"/>
              </a:rPr>
              <a:t>• 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54480"/>
            <a:ext cx="502920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554480"/>
            <a:ext cx="50292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09344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Why Digitize?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Traditional registers make searching slow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Payment tracking becomes unreliable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Room / bed availability is hard to know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A centralized system solves all of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Manual record maintenance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Difficulty tracking resident information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Room and bed allocation problems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Difficulty tracking pending fees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Separate, scattered payment records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Time-consuming searching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Lack of centralized information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Residents cannot access their own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920240"/>
            <a:ext cx="4023360" cy="3108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194560"/>
            <a:ext cx="356616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Main Problem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There is a need for a centralized computerized system to manage hostel operations efficiently.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Digitize hostel management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Maintain resident information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Manage rooms and beds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Track fee invoices and pending dues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Record payment transactions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Provide resident self-service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Maintain attendance and In/Out records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Manage complaints and maintenance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Provide feedback functionality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Generate useful reports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Reduce manual paperwork and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The Traditional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Paper-based records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Manual room allocation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Manual fee calculation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Separate payment records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Manual searching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Difficult data updating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Higher possibility of human errors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Limited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828800"/>
            <a:ext cx="48463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828800"/>
            <a:ext cx="4846320" cy="502920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606040"/>
            <a:ext cx="44348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Time-consuming</a:t>
            </a:r>
          </a:p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+</a:t>
            </a:r>
          </a:p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Difficult to maintain</a:t>
            </a:r>
          </a:p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+</a:t>
            </a:r>
          </a:p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Difficult to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 Centralized Desktop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5394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5506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Owner / Admin can: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Manage residents, workers, rooms &amp; beds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Manage fees, payments &amp; expenses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Manage attendance &amp; In/Out records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Handle complaints &amp; maintenance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View reports and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00200"/>
            <a:ext cx="539496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5506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Residents can: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View profile &amp; room information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View fees &amp; attendance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View In/Out records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Submit complaints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Submit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463040"/>
          <a:ext cx="9966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852160"/>
              </a:tblGrid>
              <a:tr h="47026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Core 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Application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Java Swing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GUI development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JDBC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Database 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MySQL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Data storage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Eclipse / 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Development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Windows Desktop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44B55"/>
                          </a:solidFill>
                          <a:latin typeface="Calibri"/>
                        </a:rPr>
                        <a:t>Application environment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029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Why Java?  →  OOP, exception handling, JDBC connectivity and GUI support in one platform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Why Swing? →  JFrame, JPanel, JButton, JTextField, JTable, JComboBox and more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Why MySQL + JDBC?  →  Reliable relational storage with a standard Java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417320"/>
            <a:ext cx="6126480" cy="7498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417320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USER  —  Owner / Admin  or  Resident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30552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404872"/>
            <a:ext cx="6126480" cy="7498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404872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Java Swing GUI  (JFrame, JTable, Forms)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18104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392424"/>
            <a:ext cx="6126480" cy="7498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392424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Application Logic  —  Event Handling 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105656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379976"/>
            <a:ext cx="6126480" cy="749808"/>
          </a:xfrm>
          <a:prstGeom prst="rect">
            <a:avLst/>
          </a:prstGeom>
          <a:solidFill>
            <a:srgbClr val="3E8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379976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JDBC  —  Driver, Connection, SQL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093208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5367528"/>
            <a:ext cx="6126480" cy="7498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5367528"/>
            <a:ext cx="5943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MySQL Database  —  boys_hostel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Layered design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User interacts with GUI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Logic processes input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JDBC talks to DB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Result shown back on GUI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82880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Each layer has one job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Easy to maintain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Easy to debug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Database can be replaced 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System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9496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94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934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Owner / Admin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Resident Management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Add / update / delete / search residents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Room &amp; Bed Management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Rooms, floors, capacity, assign / vacate beds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Finance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Fees, payments, expenses, reports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Operations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Attendance, In/Out, maintenance, complaints,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39496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934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Resident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My Profile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View and manage personal information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My Room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Room number, floor, category, bed status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My Fees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Invoices, amounts, due dates, paid / pending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44B55"/>
                </a:solidFill>
                <a:latin typeface="Calibri"/>
              </a:rPr>
              <a:t>▸  Services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66E78"/>
                </a:solidFill>
                <a:latin typeface="Calibri"/>
              </a:rPr>
              <a:t>•  Attendance, In/Out log, complaints,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Database: boys_hostel  (MySQL)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26974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82496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User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owner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owner_login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residents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workers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645920"/>
            <a:ext cx="269748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682496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Accommodation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6432" y="210312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24028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rooms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beds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645920"/>
            <a:ext cx="2697480" cy="457200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682496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10312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24028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fees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payments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expenses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645920"/>
            <a:ext cx="2697480" cy="4572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682496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210312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2240280"/>
            <a:ext cx="2468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attendance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in_out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maintenance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complaints</a:t>
            </a:r>
          </a:p>
          <a:p>
            <a:pPr algn="l"/>
            <a:r>
              <a:rPr sz="1500" b="0">
                <a:solidFill>
                  <a:srgbClr val="444B55"/>
                </a:solidFill>
                <a:latin typeface="Calibri"/>
              </a:rPr>
              <a:t>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64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Key 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44B55"/>
                </a:solidFill>
                <a:latin typeface="Calibri"/>
              </a:rPr>
              <a:t>Room  →  Beds  →  Resident        |        Resident  →  Fees  →  Payments  →  Attendance  →  In/Out  →  Complaints  → 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Role-Based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Application Entry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Owner / Admin login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Resident login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Username &amp; password validation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Separate dashboards open based on role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Exit application 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11</a:t>
            </a:r>
          </a:p>
        </p:txBody>
      </p:sp>
      <p:pic>
        <p:nvPicPr>
          <p:cNvPr id="13" name="Picture 12" descr="Screenshot 2026-09-25 1208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28195"/>
            <a:ext cx="4983480" cy="3253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Owner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Administrative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Dashboard statistics at a glance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Occupancy &amp; Resident Administration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Residents • Workers • Rooms • Beds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Finance &amp; Financial Auditing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Fees • Payments • Expenses • Reports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Hostel Operations &amp; Resident Support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Attendance • In/Out Log • Maintenance •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12</a:t>
            </a:r>
          </a:p>
        </p:txBody>
      </p:sp>
      <p:pic>
        <p:nvPicPr>
          <p:cNvPr id="25" name="Picture 24" descr="Screenshot 2026-09-25 120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488388"/>
            <a:ext cx="4983480" cy="29327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Resident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CRUD Operations on Residents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Fields: Name, Mobile, Email, Username, Password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Gender, Age, Address, Joining Date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Operations: ADD • UPDATE • DELETE • CLEAR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SEARCH to locate a resident quickly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VIEW ALL displays the complete resident list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Table shows ID to Joining Date for every resident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13</a:t>
            </a:r>
          </a:p>
        </p:txBody>
      </p:sp>
      <p:pic>
        <p:nvPicPr>
          <p:cNvPr id="13" name="Picture 12" descr="Screenshot 2026-09-25 1203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95295"/>
            <a:ext cx="4983480" cy="33189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Room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Hostel Room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Room Number &amp; Floor Assignment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Room Type selection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Bed Capacity definition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Add Room • Update Room • Delete Room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SEARCH and Floor Filter for quick lookup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Table: ID, Room Number, Floor, Type,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14</a:t>
            </a:r>
          </a:p>
        </p:txBody>
      </p:sp>
      <p:pic>
        <p:nvPicPr>
          <p:cNvPr id="13" name="Picture 12" descr="Screenshot 2026-09-25 1203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46636"/>
            <a:ext cx="4983480" cy="32162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Bed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Bed Allocation &amp; Status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Room selection and Bed identifier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Assign resident to a bed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Vacate an occupied bed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Refresh bed status in real time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Statuses: Available / Occupied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Connected with rooms and residents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15</a:t>
            </a:r>
          </a:p>
        </p:txBody>
      </p:sp>
      <p:pic>
        <p:nvPicPr>
          <p:cNvPr id="21" name="Picture 20" descr="Screenshot 2026-09-25 1203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39099"/>
            <a:ext cx="4983480" cy="3431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Fee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Fee Invoices &amp; Dues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Select Resident, Month, Fee Amount, Due Date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Operations: ADD FEE • UPDATE • DELETE • CLEAR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SEARCH and VIEW ALL fee records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Status tracking: PAID / PENDING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Clear view of pending dues per resident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16</a:t>
            </a:r>
          </a:p>
        </p:txBody>
      </p:sp>
      <p:pic>
        <p:nvPicPr>
          <p:cNvPr id="13" name="Picture 12" descr="Screenshot 2026-09-25 1204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70945"/>
            <a:ext cx="4983480" cy="31676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Payment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Recording Fee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Select Resident → Outstanding Fee Invoice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Enter Payment Amount &amp; Payment Date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Payment Method: UPI / Cash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Transaction stored in the database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History table: ID, Resident, Month, Amount, Date,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17</a:t>
            </a:r>
          </a:p>
        </p:txBody>
      </p:sp>
      <p:pic>
        <p:nvPicPr>
          <p:cNvPr id="13" name="Picture 12" descr="Screenshot 2026-09-25 1204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96949"/>
            <a:ext cx="4983480" cy="33156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Resident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Resident Self-Service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Accommodation &amp; My Account: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66E78"/>
                </a:solidFill>
                <a:latin typeface="Calibri"/>
              </a:rPr>
              <a:t>•  My Profile • My Room • My Fees • Attendance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Security, Services &amp; Welfare: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66E78"/>
                </a:solidFill>
                <a:latin typeface="Calibri"/>
              </a:rPr>
              <a:t>•  In/Out Gate Log • Complaints • Feedback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Focused on the resident's personal information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18</a:t>
            </a:r>
          </a:p>
        </p:txBody>
      </p:sp>
      <p:pic>
        <p:nvPicPr>
          <p:cNvPr id="13" name="Picture 12" descr="Screenshot 2026-09-25 120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97627"/>
            <a:ext cx="4983480" cy="33143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My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Room &amp; Bed Information for the Resident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Room Number, Floor Level, Room Category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Bed Capacity &amp; Bed Identifier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Bed Status: Available / Occupied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Bed Identifier + Resident Occupant list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If not allocated → shows 'No Room Allocated'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Resident is asked to contact the administrator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19</a:t>
            </a:r>
          </a:p>
        </p:txBody>
      </p:sp>
      <p:pic>
        <p:nvPicPr>
          <p:cNvPr id="13" name="Picture 12" descr="Screenshot 2026-09-25 1209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80830"/>
            <a:ext cx="4983480" cy="4147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My Fees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Fee Invoices for the Resident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Summary cards: Paid vs Pending Dues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Invoice ID &amp; Billing Period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Billed Amount &amp; Due Date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Settlement Status for every invoice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44B55"/>
                </a:solidFill>
                <a:latin typeface="Calibri"/>
              </a:rPr>
              <a:t>▸  Example: Paid ₹0.00 • Pending Dues ₹15,000.00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20</a:t>
            </a:r>
          </a:p>
        </p:txBody>
      </p:sp>
      <p:pic>
        <p:nvPicPr>
          <p:cNvPr id="17" name="Picture 16" descr="Screenshot 2026-09-25 1212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15815"/>
            <a:ext cx="4983480" cy="38779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Functionalities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CRUD + Search + Database Integration + Role-Based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697480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 —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44B55"/>
                </a:solidFill>
                <a:latin typeface="Calibri"/>
              </a:rPr>
              <a:t>Add a new record — e.g., Add Resident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73736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737360"/>
            <a:ext cx="2697480" cy="914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78308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 —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3464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44B55"/>
                </a:solidFill>
                <a:latin typeface="Calibri"/>
              </a:rPr>
              <a:t>Retrieve records — e.g., View All Residents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73736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737360"/>
            <a:ext cx="2697480" cy="914400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78308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U —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83464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44B55"/>
                </a:solidFill>
                <a:latin typeface="Calibri"/>
              </a:rPr>
              <a:t>Change existing info — e.g., Update Resident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737360"/>
            <a:ext cx="2697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9136" y="1737360"/>
            <a:ext cx="2697480" cy="9144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783080"/>
            <a:ext cx="2697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 — 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283464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44B55"/>
                </a:solidFill>
                <a:latin typeface="Calibri"/>
              </a:rPr>
              <a:t>Remove a record — e.g., Delete Resident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Search — locate any record quickly (residents, rooms, fees…)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Filtering — floor filter for rooms, status filters for beds and fees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Database Integration — Java communicates with MySQL through JDBC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44B55"/>
                </a:solidFill>
                <a:latin typeface="Calibri"/>
              </a:rPr>
              <a:t>▸  Role-Based Access — Admin and Resident see different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JDBC Database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How Java Talks to MySQL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594360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Java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01952"/>
            <a:ext cx="5943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139696"/>
            <a:ext cx="594360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39696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JDBC Driver 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670048"/>
            <a:ext cx="5943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907792"/>
            <a:ext cx="594360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907792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Connection (DriverManager)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438144"/>
            <a:ext cx="5943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675888"/>
            <a:ext cx="594360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675888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SQL Query (Statement / PreparedStatement)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206240"/>
            <a:ext cx="5943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443984"/>
            <a:ext cx="594360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4443984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MySQL Database executes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974336"/>
            <a:ext cx="5943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5212080"/>
            <a:ext cx="594360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5212080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ResultSet returned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742432"/>
            <a:ext cx="5943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2A933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5980176"/>
            <a:ext cx="5943600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5980176"/>
            <a:ext cx="5760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Result displayed on GUI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01168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JDBC = Java Database Connectivity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Standard Java API for databases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PreparedStatement prevents SQL injection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Connection closed after 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01168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Used in every module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Same pattern for CRUD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Try-catch for exceptions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44B55"/>
                </a:solidFill>
                <a:latin typeface="Calibri"/>
              </a:rPr>
              <a:t>▸  Commit after transactions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Advantages &amp; Current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539496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Easy to use with a graphical interface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Centralized data management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Faster record searching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Easy room and bed tracking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Better fee management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Separate admin and resident interfaces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Reduces manual paperwork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Supports future expansion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9496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1790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Current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Desktop-based application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Requires MySQL database setup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Requires Java Runtime Environment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Limited to configured hostel environment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Notifications not yet automated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44B55"/>
                </a:solidFill>
                <a:latin typeface="Calibri"/>
              </a:rPr>
              <a:t>▸  Online / cloud access not 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728" cy="1280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💳 Online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4B55"/>
                </a:solidFill>
                <a:latin typeface="Calibri"/>
              </a:rPr>
              <a:t>Integrate payment gateways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109728" cy="12801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099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🔔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4B55"/>
                </a:solidFill>
                <a:latin typeface="Calibri"/>
              </a:rPr>
              <a:t>Fees, due dates, complaints, maintenance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109728" cy="1280160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📊 Advanced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4B55"/>
                </a:solidFill>
                <a:latin typeface="Calibri"/>
              </a:rPr>
              <a:t>PDF, Excel, monthly &amp; financial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06324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063240"/>
            <a:ext cx="109728" cy="1280160"/>
          </a:xfrm>
          <a:prstGeom prst="rect">
            <a:avLst/>
          </a:prstGeom>
          <a:solidFill>
            <a:srgbClr val="3E8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1729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☁️ Cloud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4B55"/>
                </a:solidFill>
                <a:latin typeface="Calibri"/>
              </a:rPr>
              <a:t>Access from multiple locations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26280"/>
            <a:ext cx="109728" cy="12801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3600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📱 Mobile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4B55"/>
                </a:solidFill>
                <a:latin typeface="Calibri"/>
              </a:rPr>
              <a:t>Android / iOS version for residents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26280"/>
            <a:ext cx="539496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526280"/>
            <a:ext cx="109728" cy="12801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3600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🔒 Improved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20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44B55"/>
                </a:solidFill>
                <a:latin typeface="Calibri"/>
              </a:rPr>
              <a:t>Password hashing, roles, audit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2377440" cy="64008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4E79"/>
                </a:solidFill>
                <a:latin typeface="Calibri"/>
              </a:rPr>
              <a:t>The Boys Hostel Management System provides a centralized solution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Resident, room and bed management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Fee management and payment tracking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Resident self-service portal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444B55"/>
                </a:solidFill>
                <a:latin typeface="Calibri"/>
              </a:rPr>
              <a:t>▸  Attendance, In/Out, complaints and maintenance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46320"/>
            <a:ext cx="10515600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"The system reduces manual work and provides an organized platform for hostel administration."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99A2AD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F2A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2A933"/>
                </a:solidFill>
                <a:latin typeface="Calibri"/>
              </a:rPr>
              <a:t>Any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9D4E3"/>
                </a:solidFill>
                <a:latin typeface="Calibri"/>
              </a:rPr>
              <a:t>Boys Hostel Management System  •  Java Swing  •  JDBC  •  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